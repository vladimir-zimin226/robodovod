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РОБОДОВОД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Предварительное ТЭО роботизации</a:t>
            </a:r>
          </a:p>
          <a:p>
            <a:r>
              <a:t>Склад: полный путь от входов до отчёта</a:t>
            </a:r>
          </a:p>
          <a:p>
            <a:r>
              <a:t>27.09.2026 · локальный кандидат выпуска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Сопоставить потребный парк и затраты</a:t>
            </a:r>
          </a:p>
          <a:p>
            <a:r>
              <a:t>Показать источники и неизвестные данные</a:t>
            </a:r>
          </a:p>
          <a:p>
            <a:r>
              <a:t>Сохранить воспроизводимые версии результата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Ручная форма, Brain или XLSX/CSV</a:t>
            </a:r>
          </a:p>
          <a:p>
            <a:r>
              <a:t>220 паллет/сутки · 120 м в одну сторону</a:t>
            </a:r>
          </a:p>
          <a:p>
            <a:r>
              <a:t>Явные график, пакет и обмен; отдельное подтверждение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Подбор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Каталог по объекту и процессу</a:t>
            </a:r>
          </a:p>
          <a:p>
            <a:r>
              <a:t>INCLUDED / EXCLUDED / REQUIRES_CHECK</a:t>
            </a:r>
          </a:p>
          <a:p>
            <a:r>
              <a:t>Непроверенные ТТХ не превращаются в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Экономика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/ покупка / RaaS на общем горизонте</a:t>
            </a:r>
          </a:p>
          <a:p>
            <a:r>
              <a:t>CAPEX, OPEX, TCO, NPV, окупаемость</a:t>
            </a:r>
          </a:p>
          <a:p>
            <a:r>
              <a:t>ROI с явной базой; sensitivity ±10%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Физический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ScenarioSpec и сохранённый C23</a:t>
            </a:r>
          </a:p>
          <a:p>
            <a:r>
              <a:t>Поток, очередь и график</a:t>
            </a:r>
          </a:p>
          <a:p>
            <a:r>
              <a:t>2D/3D с общей привязкой; геометрия условная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Доказательства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input/result/trace и checksums</a:t>
            </a:r>
          </a:p>
          <a:p>
            <a:r>
              <a:t>PDF, XLSX, CSV, SVG, ZIP</a:t>
            </a:r>
          </a:p>
          <a:p>
            <a:r>
              <a:t>Reopen и новая версия без переписывания истории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Администратор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Новый черновик каталога</a:t>
            </a:r>
          </a:p>
          <a:p>
            <a:r>
              <a:t>ТТХ, цены, источники, нормы</a:t>
            </a:r>
          </a:p>
          <a:p>
            <a:r>
              <a:t>Validate → publish → отдельная 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Три объекта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Склад — полный расчётный путь</a:t>
            </a:r>
          </a:p>
          <a:p>
            <a:r>
              <a:t>Аэропорт и клиника — паспорт и релевантный каталог</a:t>
            </a:r>
          </a:p>
          <a:p>
            <a:r>
              <a:t>Неподдержанные физические процессы обозначены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Надёжность и границы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Демо и числовое ядро без YC</a:t>
            </a:r>
          </a:p>
          <a:p>
            <a:r>
              <a:t>Brain: сохранение до вызова и fallback</a:t>
            </a:r>
          </a:p>
          <a:p>
            <a:r>
              <a:t>Нужны обследование, коммерческое подтверждение и HTTPS-приёмка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Показ — 7 минут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Демо → проект 220/120 → каталог → C11</a:t>
            </a:r>
          </a:p>
          <a:p>
            <a:r>
              <a:t>Экономика → C23 → 2D/3D → экспорт</a:t>
            </a:r>
          </a:p>
          <a:p>
            <a:r>
              <a:t>История → ADMIN каталог → ограничения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